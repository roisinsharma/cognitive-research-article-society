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11"/>
  </p:notesMasterIdLst>
  <p:handoutMasterIdLst>
    <p:handoutMasterId r:id="rId12"/>
  </p:handoutMasterIdLst>
  <p:sldIdLst>
    <p:sldId id="340" r:id="rId5"/>
    <p:sldId id="342" r:id="rId6"/>
    <p:sldId id="356" r:id="rId7"/>
    <p:sldId id="357" r:id="rId8"/>
    <p:sldId id="358" r:id="rId9"/>
    <p:sldId id="359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FA6FC"/>
    <a:srgbClr val="F9E0B9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1E171933-4619-4E11-9A3F-F7608DF75F80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 autoAdjust="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outlineViewPr>
    <p:cViewPr>
      <p:scale>
        <a:sx n="33" d="100"/>
        <a:sy n="33" d="100"/>
      </p:scale>
      <p:origin x="0" y="-11376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6264"/>
    </p:cViewPr>
  </p:sorterViewPr>
  <p:notesViewPr>
    <p:cSldViewPr snapToGrid="0">
      <p:cViewPr varScale="1">
        <p:scale>
          <a:sx n="67" d="100"/>
          <a:sy n="67" d="100"/>
        </p:scale>
        <p:origin x="3120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handoutMaster" Target="handoutMasters/handoutMaster1.xml"/><Relationship Id="rId17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482B951-AFFF-3499-FDE3-02A7F0BD15F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2E5896A-FCE2-110F-B202-A8E435372D6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4E69F83-204D-4778-AAD0-A0F851A3AEEE}" type="datetimeFigureOut">
              <a:rPr lang="en-US" smtClean="0"/>
              <a:t>5/7/2026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1BFBA0-47AD-543A-6AE4-769D8F86580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8FC355-FEF6-ED8F-8D0E-F362E204A0F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669D59-B021-49CB-887D-52B8FEE1CE1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706901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AE3C21-C3CB-4B8D-9033-56C1B3CE75FA}" type="datetimeFigureOut">
              <a:rPr lang="en-US" smtClean="0"/>
              <a:t>5/7/2026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732C3C-A191-48C2-A7E8-9C96AF841A7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63942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732C3C-A191-48C2-A7E8-9C96AF841A7A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60483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732C3C-A191-48C2-A7E8-9C96AF841A7A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339937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60738-DB85-D067-4536-71A9993E48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23EBAB-9684-7A4E-2A5F-F98E00B519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940F59-6B13-C9F6-7206-A89736412F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77C028-5FB0-5F04-5EB9-0B570A31DC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732C3C-A191-48C2-A7E8-9C96AF841A7A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65181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A440F5-09A0-D75F-1EA0-D52215BA78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B6A523-DAA2-BECE-5DE4-9251878AFD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CEE5BB-B989-9E39-62F3-9062E108AB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1F99AC-2ACC-7D4F-9A8F-E3BA1824AA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732C3C-A191-48C2-A7E8-9C96AF841A7A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88327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49E23B-3114-BEE8-9ED9-C0ECB1334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1804E6-6C07-AC19-0EE4-43ECDC8BC9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F7C9A6-4169-4506-EA97-664F2D444C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F6D64E-B7DE-DA4E-0686-BA8112991A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732C3C-A191-48C2-A7E8-9C96AF841A7A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24551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563F9F-9BA5-5903-D589-C5F924E46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7AE569-41D1-A8C2-58BC-7985CEF2CD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EAA952-E8A5-7F53-A62E-134904D0C0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0D81E6-15E7-DC63-4FF7-832CFF0753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732C3C-A191-48C2-A7E8-9C96AF841A7A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43760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BECDFC6B-0742-962E-44A1-19C9C173BB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0848" y="425303"/>
            <a:ext cx="11305217" cy="6007394"/>
          </a:xfrm>
          <a:prstGeom prst="rect">
            <a:avLst/>
          </a:prstGeom>
          <a:effectLst/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5997EA3E-49E5-518D-63DB-0BD43D3ACF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0001" y="633046"/>
            <a:ext cx="10571998" cy="3366198"/>
          </a:xfrm>
          <a:ln>
            <a:noFill/>
          </a:ln>
          <a:effectLst/>
        </p:spPr>
        <p:txBody>
          <a:bodyPr/>
          <a:lstStyle>
            <a:lvl1pPr algn="ctr">
              <a:defRPr sz="7200" b="1" spc="-300" baseline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2369852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solidFill>
          <a:schemeClr val="accent4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2ADBC817-DA57-A518-5544-0D3B819C70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35935" y="414670"/>
            <a:ext cx="11320130" cy="6018027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254000" dist="50800" dir="2700000" algn="tl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4873FFF3-C7B6-C678-1B03-17FBD0D5AC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46174" y="425303"/>
            <a:ext cx="5379242" cy="5983435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5997EA3E-49E5-518D-63DB-0BD43D3ACF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44217" y="924167"/>
            <a:ext cx="4383156" cy="5009322"/>
          </a:xfrm>
          <a:solidFill>
            <a:schemeClr val="accent1">
              <a:lumMod val="50000"/>
            </a:schemeClr>
          </a:solidFill>
          <a:effectLst>
            <a:outerShdw blurRad="254000" dist="50800" dir="2700000" algn="ctr" rotWithShape="0">
              <a:prstClr val="black">
                <a:alpha val="25000"/>
              </a:prstClr>
            </a:outerShdw>
          </a:effectLst>
        </p:spPr>
        <p:txBody>
          <a:bodyPr anchor="ctr"/>
          <a:lstStyle>
            <a:lvl1pPr algn="ctr">
              <a:defRPr sz="3600" spc="0" baseline="0"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D0FE23B-34E3-BAAF-E01D-BE221B4A94E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00800" y="924512"/>
            <a:ext cx="4750904" cy="5008977"/>
          </a:xfrm>
        </p:spPr>
        <p:txBody>
          <a:bodyPr/>
          <a:lstStyle>
            <a:lvl1pPr marL="0" indent="0">
              <a:buNone/>
              <a:defRPr/>
            </a:lvl1pPr>
            <a:lvl2pPr marL="742950" indent="-285750">
              <a:buFont typeface="Arial" panose="020B0604020202020204" pitchFamily="34" charset="0"/>
              <a:buChar char="•"/>
              <a:defRPr/>
            </a:lvl2pPr>
            <a:lvl3pPr marL="1200150" indent="-285750">
              <a:buFont typeface="Arial" panose="020B0604020202020204" pitchFamily="34" charset="0"/>
              <a:buChar char="•"/>
              <a:defRPr/>
            </a:lvl3pPr>
            <a:lvl4pPr marL="1543050" indent="-171450">
              <a:buFont typeface="Arial" panose="020B0604020202020204" pitchFamily="34" charset="0"/>
              <a:buChar char="•"/>
              <a:defRPr/>
            </a:lvl4pPr>
            <a:lvl5pPr marL="2000250" indent="-17145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7798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bg>
      <p:bgPr>
        <a:solidFill>
          <a:schemeClr val="accent4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105E210-05B5-5EA1-C778-30BB3A4942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35935" y="419987"/>
            <a:ext cx="11320130" cy="6018027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254000" dist="50800" dir="2700000" algn="tl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8792193-1165-3487-6FB9-133CB518CE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duotone>
              <a:prstClr val="black"/>
              <a:schemeClr val="accent1">
                <a:tint val="45000"/>
                <a:satMod val="400000"/>
              </a:schemeClr>
            </a:duotone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3090924" y="-2235006"/>
            <a:ext cx="6010147" cy="11320132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5997EA3E-49E5-518D-63DB-0BD43D3ACF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0001" y="1741064"/>
            <a:ext cx="10571998" cy="1928264"/>
          </a:xfrm>
          <a:ln>
            <a:noFill/>
          </a:ln>
          <a:effectLst/>
        </p:spPr>
        <p:txBody>
          <a:bodyPr/>
          <a:lstStyle>
            <a:lvl1pPr algn="ctr">
              <a:defRPr sz="3600" spc="0" baseline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810000" y="3694102"/>
            <a:ext cx="10572000" cy="896468"/>
          </a:xfrm>
          <a:effectLst/>
        </p:spPr>
        <p:txBody>
          <a:bodyPr anchor="ctr">
            <a:normAutofit/>
          </a:bodyPr>
          <a:lstStyle>
            <a:lvl1pPr marL="0" indent="0" algn="ctr">
              <a:buNone/>
              <a:defRPr sz="1800" b="1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34800003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 1"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8905615-9FD2-EBB3-89AB-555B373EBB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623955" y="414670"/>
            <a:ext cx="7132110" cy="60180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  <a:effectLst>
            <a:outerShdw blurRad="254000" dist="50800" dir="2700000" algn="tl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2B638DB-3E00-7F4B-D4B7-9D7F090563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0459" y="420624"/>
            <a:ext cx="4183496" cy="6016752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254000" dist="50800" dir="2700000" algn="tl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10EED07-CDD5-9244-28FA-5195E67951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duotone>
              <a:prstClr val="black"/>
              <a:schemeClr val="accent1">
                <a:tint val="45000"/>
                <a:satMod val="400000"/>
              </a:schemeClr>
            </a:duotone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>
            <a:off x="435934" y="422551"/>
            <a:ext cx="4183495" cy="6010146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5997EA3E-49E5-518D-63DB-0BD43D3ACF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717" y="924339"/>
            <a:ext cx="3990110" cy="5009322"/>
          </a:xfrm>
          <a:noFill/>
          <a:effectLst/>
        </p:spPr>
        <p:txBody>
          <a:bodyPr anchor="ctr"/>
          <a:lstStyle>
            <a:lvl1pPr algn="ctr">
              <a:defRPr sz="3600" spc="0" baseline="0"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9">
            <a:extLst>
              <a:ext uri="{FF2B5EF4-FFF2-40B4-BE49-F238E27FC236}">
                <a16:creationId xmlns:a16="http://schemas.microsoft.com/office/drawing/2014/main" id="{B5AB4E8D-8B32-8B00-8152-856C592BAB39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5346793" y="924340"/>
            <a:ext cx="5684373" cy="5009322"/>
          </a:xfrm>
          <a:effectLst/>
        </p:spPr>
        <p:txBody>
          <a:bodyPr lIns="0" rIns="0" anchor="ctr"/>
          <a:lstStyle>
            <a:lvl1pPr marL="0" inden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1">
                  <a:lumMod val="50000"/>
                </a:schemeClr>
              </a:buClr>
              <a:buFont typeface="Arial" panose="020B0604020202020204" pitchFamily="34" charset="0"/>
              <a:buNone/>
              <a:defRPr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</a:defRPr>
            </a:lvl1pPr>
            <a:lvl2pPr marL="457200" indent="0">
              <a:lnSpc>
                <a:spcPct val="150000"/>
              </a:lnSpc>
              <a:spcAft>
                <a:spcPts val="0"/>
              </a:spcAft>
              <a:buClr>
                <a:schemeClr val="accent1">
                  <a:lumMod val="50000"/>
                </a:schemeClr>
              </a:buClr>
              <a:buFont typeface="Arial" panose="020B0604020202020204" pitchFamily="34" charset="0"/>
              <a:buNone/>
              <a:defRPr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</a:defRPr>
            </a:lvl2pPr>
            <a:lvl3pPr marL="914400" indent="0">
              <a:lnSpc>
                <a:spcPct val="150000"/>
              </a:lnSpc>
              <a:spcAft>
                <a:spcPts val="0"/>
              </a:spcAft>
              <a:buClr>
                <a:schemeClr val="accent1">
                  <a:lumMod val="50000"/>
                </a:schemeClr>
              </a:buClr>
              <a:buFont typeface="Arial" panose="020B0604020202020204" pitchFamily="34" charset="0"/>
              <a:buNone/>
              <a:defRPr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</a:defRPr>
            </a:lvl3pPr>
            <a:lvl4pPr marL="1371600" indent="0">
              <a:lnSpc>
                <a:spcPct val="150000"/>
              </a:lnSpc>
              <a:spcAft>
                <a:spcPts val="0"/>
              </a:spcAft>
              <a:buClr>
                <a:schemeClr val="accent1">
                  <a:lumMod val="50000"/>
                </a:schemeClr>
              </a:buClr>
              <a:buFont typeface="Arial" panose="020B0604020202020204" pitchFamily="34" charset="0"/>
              <a:buNone/>
              <a:defRPr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</a:defRPr>
            </a:lvl4pPr>
            <a:lvl5pPr marL="1828800" indent="0">
              <a:lnSpc>
                <a:spcPct val="150000"/>
              </a:lnSpc>
              <a:spcAft>
                <a:spcPts val="0"/>
              </a:spcAft>
              <a:buClr>
                <a:schemeClr val="accent1">
                  <a:lumMod val="50000"/>
                </a:schemeClr>
              </a:buClr>
              <a:buFont typeface="Arial" panose="020B0604020202020204" pitchFamily="34" charset="0"/>
              <a:buNone/>
              <a:defRPr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376925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 3"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F4A700F-42CA-D7A9-D709-C0017521B2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35935" y="414670"/>
            <a:ext cx="11320130" cy="6018027"/>
          </a:xfrm>
          <a:prstGeom prst="rect">
            <a:avLst/>
          </a:prstGeom>
          <a:solidFill>
            <a:srgbClr val="F9E0B9"/>
          </a:solidFill>
          <a:ln>
            <a:noFill/>
          </a:ln>
          <a:effectLst>
            <a:outerShdw blurRad="254000" dist="50800" dir="2700000" algn="tl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61DA139-D8FD-A752-758D-4F836DFB25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-1353" t="-388" r="-1" b="-254"/>
          <a:stretch/>
        </p:blipFill>
        <p:spPr>
          <a:xfrm rot="16200000" flipH="1">
            <a:off x="210940" y="1589892"/>
            <a:ext cx="5245922" cy="3667583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5997EA3E-49E5-518D-63DB-0BD43D3ACF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85516" y="1433219"/>
            <a:ext cx="5695102" cy="2092049"/>
          </a:xfrm>
          <a:noFill/>
          <a:effectLst/>
        </p:spPr>
        <p:txBody>
          <a:bodyPr anchor="b"/>
          <a:lstStyle>
            <a:lvl1pPr algn="ctr">
              <a:defRPr sz="3600" spc="0" baseline="0">
                <a:solidFill>
                  <a:schemeClr val="accent1">
                    <a:lumMod val="50000"/>
                  </a:schemeClr>
                </a:solidFill>
                <a:effectLst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C96F37D4-7152-EA75-8D7D-D8F7D6DD9C4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350099" y="1974707"/>
            <a:ext cx="2907792" cy="2907792"/>
          </a:xfrm>
          <a:solidFill>
            <a:srgbClr val="F9E0B9"/>
          </a:solidFill>
          <a:effectLst/>
        </p:spPr>
        <p:txBody>
          <a:bodyPr anchor="t"/>
          <a:lstStyle>
            <a:lvl1pPr marL="0" indent="0" algn="ctr">
              <a:buNone/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3" name="Content Placeholder 9">
            <a:extLst>
              <a:ext uri="{FF2B5EF4-FFF2-40B4-BE49-F238E27FC236}">
                <a16:creationId xmlns:a16="http://schemas.microsoft.com/office/drawing/2014/main" id="{AFBE5B12-0D10-DA99-093A-2C4FB738B21C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5496789" y="3525268"/>
            <a:ext cx="5683829" cy="2595429"/>
          </a:xfrm>
          <a:effectLst/>
        </p:spPr>
        <p:txBody>
          <a:bodyPr anchor="t"/>
          <a:lstStyle>
            <a:lvl1pPr marL="0" indent="0" algn="ctr">
              <a:lnSpc>
                <a:spcPct val="150000"/>
              </a:lnSpc>
              <a:spcBef>
                <a:spcPts val="0"/>
              </a:spcBef>
              <a:buNone/>
              <a:defRPr b="1">
                <a:solidFill>
                  <a:schemeClr val="accent1">
                    <a:lumMod val="50000"/>
                  </a:schemeClr>
                </a:solidFill>
              </a:defRPr>
            </a:lvl1pPr>
            <a:lvl2pPr algn="ctr">
              <a:buClr>
                <a:schemeClr val="accent1">
                  <a:lumMod val="50000"/>
                </a:schemeClr>
              </a:buClr>
              <a:defRPr>
                <a:solidFill>
                  <a:schemeClr val="accent1">
                    <a:lumMod val="50000"/>
                  </a:schemeClr>
                </a:solidFill>
              </a:defRPr>
            </a:lvl2pPr>
            <a:lvl3pPr algn="ctr">
              <a:buClr>
                <a:schemeClr val="accent1">
                  <a:lumMod val="50000"/>
                </a:schemeClr>
              </a:buClr>
              <a:defRPr>
                <a:solidFill>
                  <a:schemeClr val="accent1">
                    <a:lumMod val="50000"/>
                  </a:schemeClr>
                </a:solidFill>
              </a:defRPr>
            </a:lvl3pPr>
            <a:lvl4pPr algn="ctr">
              <a:buClr>
                <a:schemeClr val="accent1">
                  <a:lumMod val="50000"/>
                </a:schemeClr>
              </a:buClr>
              <a:defRPr>
                <a:solidFill>
                  <a:schemeClr val="accent1">
                    <a:lumMod val="50000"/>
                  </a:schemeClr>
                </a:solidFill>
              </a:defRPr>
            </a:lvl4pPr>
            <a:lvl5pPr algn="ctr">
              <a:buClr>
                <a:schemeClr val="accent1">
                  <a:lumMod val="50000"/>
                </a:schemeClr>
              </a:buClr>
              <a:defRPr>
                <a:solidFill>
                  <a:schemeClr val="accent1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799506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81D7C89-8451-1944-C2B3-53AADAC99A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1678" y="422551"/>
            <a:ext cx="4223822" cy="601014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  <a:effectLst>
            <a:outerShdw blurRad="254000" dist="50800" dir="2700000" algn="tl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26B15EB-5194-C74B-F881-D3DCBE8542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635499" y="422551"/>
            <a:ext cx="7144823" cy="6010146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254000" dist="50800" dir="2700000" algn="tl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5997EA3E-49E5-518D-63DB-0BD43D3ACF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9935" y="633845"/>
            <a:ext cx="3990110" cy="2192482"/>
          </a:xfrm>
          <a:noFill/>
          <a:effectLst/>
        </p:spPr>
        <p:txBody>
          <a:bodyPr anchor="ctr"/>
          <a:lstStyle>
            <a:lvl1pPr algn="ctr">
              <a:defRPr sz="3600" spc="0" baseline="0">
                <a:solidFill>
                  <a:schemeClr val="accent1">
                    <a:lumMod val="50000"/>
                  </a:schemeClr>
                </a:solidFill>
                <a:effectLst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15614EF-4CFA-2D69-0F78-9D7409E2337E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747423" y="3174531"/>
            <a:ext cx="3772622" cy="3122360"/>
          </a:xfrm>
          <a:effectLst/>
        </p:spPr>
        <p:txBody>
          <a:bodyPr rIns="274320" anchor="t"/>
          <a:lstStyle>
            <a:lvl1pPr marL="283464" indent="-283464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1">
                  <a:lumMod val="50000"/>
                </a:schemeClr>
              </a:buClr>
              <a:buFont typeface="Arial" panose="020B0604020202020204" pitchFamily="34" charset="0"/>
              <a:buChar char="•"/>
              <a:defRPr>
                <a:solidFill>
                  <a:schemeClr val="accent1">
                    <a:lumMod val="50000"/>
                  </a:schemeClr>
                </a:solidFill>
              </a:defRPr>
            </a:lvl1pPr>
            <a:lvl2pPr marL="742950" indent="-28575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1">
                  <a:lumMod val="50000"/>
                </a:schemeClr>
              </a:buClr>
              <a:buFont typeface="Arial" panose="020B0604020202020204" pitchFamily="34" charset="0"/>
              <a:buChar char="•"/>
              <a:defRPr>
                <a:solidFill>
                  <a:schemeClr val="accent1">
                    <a:lumMod val="50000"/>
                  </a:schemeClr>
                </a:solidFill>
              </a:defRPr>
            </a:lvl2pPr>
            <a:lvl3pPr marL="1143000" indent="-2286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1">
                  <a:lumMod val="50000"/>
                </a:schemeClr>
              </a:buClr>
              <a:buFont typeface="Arial" panose="020B0604020202020204" pitchFamily="34" charset="0"/>
              <a:buChar char="•"/>
              <a:defRPr>
                <a:solidFill>
                  <a:schemeClr val="accent1">
                    <a:lumMod val="50000"/>
                  </a:schemeClr>
                </a:solidFill>
              </a:defRPr>
            </a:lvl3pPr>
            <a:lvl4pPr marL="1600200" indent="-2286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1">
                  <a:lumMod val="50000"/>
                </a:schemeClr>
              </a:buClr>
              <a:buFont typeface="Arial" panose="020B0604020202020204" pitchFamily="34" charset="0"/>
              <a:buChar char="•"/>
              <a:defRPr>
                <a:solidFill>
                  <a:schemeClr val="accent1">
                    <a:lumMod val="50000"/>
                  </a:schemeClr>
                </a:solidFill>
              </a:defRPr>
            </a:lvl4pPr>
            <a:lvl5pPr marL="2057400" indent="-2286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1">
                  <a:lumMod val="50000"/>
                </a:schemeClr>
              </a:buClr>
              <a:buFont typeface="Arial" panose="020B0604020202020204" pitchFamily="34" charset="0"/>
              <a:buChar char="•"/>
              <a:defRPr>
                <a:solidFill>
                  <a:schemeClr val="accent1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D6637B-A7C5-34FF-5B51-32392DAEABB2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5237732" y="946205"/>
            <a:ext cx="5971020" cy="5161655"/>
          </a:xfrm>
        </p:spPr>
        <p:txBody>
          <a:bodyPr/>
          <a:lstStyle/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316405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 2"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13E625C-F0A4-564D-CEE2-6B3595CEB0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961889" y="0"/>
            <a:ext cx="6230111" cy="6858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  <a:effectLst>
            <a:outerShdw blurRad="254000" dist="50800" dir="2700000" algn="tl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5997EA3E-49E5-518D-63DB-0BD43D3ACF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77445" y="157637"/>
            <a:ext cx="4851694" cy="2190705"/>
          </a:xfrm>
          <a:noFill/>
          <a:effectLst/>
        </p:spPr>
        <p:txBody>
          <a:bodyPr anchor="b"/>
          <a:lstStyle>
            <a:lvl1pPr algn="l">
              <a:defRPr sz="3600" spc="0" baseline="0">
                <a:solidFill>
                  <a:schemeClr val="accent1">
                    <a:lumMod val="50000"/>
                  </a:schemeClr>
                </a:solidFill>
                <a:effectLst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B4D8C78-00C3-F3D7-17C3-F1667E463E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80999" y="422551"/>
            <a:ext cx="5124893" cy="601014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  <a:effectLst>
            <a:outerShdw blurRad="254000" dist="50800" dir="2700000" algn="tl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/>
                <a:ea typeface="+mn-ea"/>
                <a:cs typeface="+mn-cs"/>
              </a:rPr>
              <a:t>c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F13E61FD-F54A-5F86-FCED-3BD4C8AA42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-1353" t="-388" r="-1" b="-254"/>
          <a:stretch/>
        </p:blipFill>
        <p:spPr>
          <a:xfrm flipH="1">
            <a:off x="659106" y="3429000"/>
            <a:ext cx="4589830" cy="278041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9F0290F-2D31-F9FB-AD35-B76947AF14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236863" y="776532"/>
            <a:ext cx="3434316" cy="5018212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7347A5B6-0F99-C044-C209-F3190EEFA37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236663" y="776288"/>
            <a:ext cx="3433762" cy="5018087"/>
          </a:xfrm>
        </p:spPr>
        <p:txBody>
          <a:bodyPr anchor="t"/>
          <a:lstStyle>
            <a:lvl1pPr marL="0" indent="0" algn="ctr">
              <a:buNone/>
              <a:defRPr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5" name="Content Placeholder 9">
            <a:extLst>
              <a:ext uri="{FF2B5EF4-FFF2-40B4-BE49-F238E27FC236}">
                <a16:creationId xmlns:a16="http://schemas.microsoft.com/office/drawing/2014/main" id="{0E96890F-0832-5087-193F-70CF33DEE0A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592615" y="2505979"/>
            <a:ext cx="4837385" cy="3926717"/>
          </a:xfrm>
          <a:effectLst/>
        </p:spPr>
        <p:txBody>
          <a:bodyPr anchor="t"/>
          <a:lstStyle>
            <a:lvl1pPr marL="0" inden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1">
                  <a:lumMod val="50000"/>
                </a:schemeClr>
              </a:buClr>
              <a:buFont typeface="Arial" panose="020B0604020202020204" pitchFamily="34" charset="0"/>
              <a:buNone/>
              <a:defRPr>
                <a:solidFill>
                  <a:schemeClr val="accent1">
                    <a:lumMod val="50000"/>
                  </a:schemeClr>
                </a:solidFill>
              </a:defRPr>
            </a:lvl1pPr>
            <a:lvl2pPr marL="742950" indent="-285750">
              <a:lnSpc>
                <a:spcPct val="150000"/>
              </a:lnSpc>
              <a:spcAft>
                <a:spcPts val="0"/>
              </a:spcAft>
              <a:buClr>
                <a:schemeClr val="accent1">
                  <a:lumMod val="50000"/>
                </a:schemeClr>
              </a:buClr>
              <a:buFont typeface="Arial" panose="020B0604020202020204" pitchFamily="34" charset="0"/>
              <a:buChar char="•"/>
              <a:defRPr>
                <a:solidFill>
                  <a:schemeClr val="accent1">
                    <a:lumMod val="50000"/>
                  </a:schemeClr>
                </a:solidFill>
              </a:defRPr>
            </a:lvl2pPr>
            <a:lvl3pPr marL="1143000" indent="-228600">
              <a:lnSpc>
                <a:spcPct val="150000"/>
              </a:lnSpc>
              <a:spcAft>
                <a:spcPts val="0"/>
              </a:spcAft>
              <a:buClr>
                <a:schemeClr val="accent1">
                  <a:lumMod val="50000"/>
                </a:schemeClr>
              </a:buClr>
              <a:buFont typeface="Arial" panose="020B0604020202020204" pitchFamily="34" charset="0"/>
              <a:buChar char="•"/>
              <a:defRPr>
                <a:solidFill>
                  <a:schemeClr val="accent1">
                    <a:lumMod val="50000"/>
                  </a:schemeClr>
                </a:solidFill>
              </a:defRPr>
            </a:lvl3pPr>
            <a:lvl4pPr marL="1600200" indent="-228600">
              <a:lnSpc>
                <a:spcPct val="150000"/>
              </a:lnSpc>
              <a:spcAft>
                <a:spcPts val="0"/>
              </a:spcAft>
              <a:buClr>
                <a:schemeClr val="accent1">
                  <a:lumMod val="50000"/>
                </a:schemeClr>
              </a:buClr>
              <a:buFont typeface="Arial" panose="020B0604020202020204" pitchFamily="34" charset="0"/>
              <a:buChar char="•"/>
              <a:defRPr>
                <a:solidFill>
                  <a:schemeClr val="accent1">
                    <a:lumMod val="50000"/>
                  </a:schemeClr>
                </a:solidFill>
              </a:defRPr>
            </a:lvl4pPr>
            <a:lvl5pPr marL="2057400" indent="-228600">
              <a:lnSpc>
                <a:spcPct val="150000"/>
              </a:lnSpc>
              <a:spcAft>
                <a:spcPts val="0"/>
              </a:spcAft>
              <a:buClr>
                <a:schemeClr val="accent1">
                  <a:lumMod val="50000"/>
                </a:schemeClr>
              </a:buClr>
              <a:buFont typeface="Arial" panose="020B0604020202020204" pitchFamily="34" charset="0"/>
              <a:buChar char="•"/>
              <a:defRPr>
                <a:solidFill>
                  <a:schemeClr val="accent1">
                    <a:lumMod val="50000"/>
                  </a:schemeClr>
                </a:solidFill>
              </a:defRPr>
            </a:lvl5pPr>
          </a:lstStyle>
          <a:p>
            <a:pPr marL="285750" marR="0" lvl="0" indent="-28575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1">
                  <a:lumMod val="50000"/>
                </a:schemeClr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366817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 4"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36DB3CB-355C-968A-7F5F-71E0350408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duotone>
              <a:prstClr val="black"/>
              <a:schemeClr val="accent1">
                <a:tint val="45000"/>
                <a:satMod val="400000"/>
              </a:schemeClr>
            </a:duotone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>
            <a:off x="-2" y="0"/>
            <a:ext cx="12192001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81D7C89-8451-1944-C2B3-53AADAC99A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1678" y="422551"/>
            <a:ext cx="4223822" cy="601014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  <a:effectLst>
            <a:outerShdw blurRad="254000" dist="50800" dir="2700000" algn="tl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26B15EB-5194-C74B-F881-D3DCBE8542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635499" y="422551"/>
            <a:ext cx="7144823" cy="6010146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254000" dist="50800" dir="2700000" algn="tl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5997EA3E-49E5-518D-63DB-0BD43D3ACF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9935" y="924339"/>
            <a:ext cx="3990110" cy="5009322"/>
          </a:xfrm>
          <a:noFill/>
          <a:effectLst/>
        </p:spPr>
        <p:txBody>
          <a:bodyPr anchor="ctr"/>
          <a:lstStyle>
            <a:lvl1pPr algn="ctr">
              <a:defRPr sz="3600" spc="0" baseline="0">
                <a:solidFill>
                  <a:schemeClr val="accent1">
                    <a:lumMod val="50000"/>
                  </a:schemeClr>
                </a:solidFill>
                <a:effectLst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D6637B-A7C5-34FF-5B51-32392DAEABB2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5153836" y="1371602"/>
            <a:ext cx="6177309" cy="1953489"/>
          </a:xfrm>
          <a:effectLst/>
        </p:spPr>
        <p:txBody>
          <a:bodyPr anchor="t"/>
          <a:lstStyle>
            <a:lvl1pPr marL="283464" indent="-283464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/>
            </a:lvl1pPr>
            <a:lvl2pPr marL="742950" indent="-2857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/>
            </a:lvl2pPr>
            <a:lvl3pPr marL="1143000" indent="-2286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/>
            </a:lvl3pPr>
            <a:lvl4pPr marL="1600200" indent="-2286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/>
            </a:lvl4pPr>
            <a:lvl5pPr marL="2057400" indent="-2286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087279F-936E-0F41-B533-7990D668D7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153836" y="3446156"/>
            <a:ext cx="6177309" cy="0"/>
          </a:xfrm>
          <a:prstGeom prst="line">
            <a:avLst/>
          </a:prstGeom>
          <a:ln w="19050"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ontent Placeholder 9">
            <a:extLst>
              <a:ext uri="{FF2B5EF4-FFF2-40B4-BE49-F238E27FC236}">
                <a16:creationId xmlns:a16="http://schemas.microsoft.com/office/drawing/2014/main" id="{CDD03AA1-6D53-FEB1-9B22-57C1066DA336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153836" y="3745924"/>
            <a:ext cx="6177309" cy="2238918"/>
          </a:xfrm>
          <a:effectLst/>
        </p:spPr>
        <p:txBody>
          <a:bodyPr anchor="t"/>
          <a:lstStyle>
            <a:lvl1pPr marL="283464" indent="-283464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/>
            </a:lvl1pPr>
            <a:lvl2pPr marL="742950" indent="-2857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/>
            </a:lvl2pPr>
            <a:lvl3pPr marL="1143000" indent="-2286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/>
            </a:lvl3pPr>
            <a:lvl4pPr marL="1600200" indent="-2286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/>
            </a:lvl4pPr>
            <a:lvl5pPr marL="2057400" indent="-2286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7693711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2"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59176A3-24B8-086B-739F-2B3DCE8BE0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duotone>
              <a:prstClr val="black"/>
              <a:schemeClr val="accent1">
                <a:tint val="45000"/>
                <a:satMod val="400000"/>
              </a:schemeClr>
            </a:duotone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2666999" y="-2654300"/>
            <a:ext cx="6858000" cy="12166601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BA96EFAA-0851-646A-8758-C20243901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81000" y="422551"/>
            <a:ext cx="11424920" cy="6010146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254000" dist="50800" dir="2700000" algn="tl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5997EA3E-49E5-518D-63DB-0BD43D3ACF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0001" y="685800"/>
            <a:ext cx="10571998" cy="2983528"/>
          </a:xfrm>
          <a:effectLst/>
        </p:spPr>
        <p:txBody>
          <a:bodyPr/>
          <a:lstStyle>
            <a:lvl1pPr algn="ctr">
              <a:defRPr sz="3600" spc="0" baseline="0">
                <a:solidFill>
                  <a:schemeClr val="accent4">
                    <a:lumMod val="60000"/>
                    <a:lumOff val="40000"/>
                  </a:schemeClr>
                </a:solidFill>
                <a:effectLst/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40234031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Table"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12B799F-04B8-4A62-EB7D-F17311231B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556500" y="0"/>
            <a:ext cx="4635500" cy="6858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  <a:effectLst>
            <a:outerShdw blurRad="254000" dist="50800" dir="2700000" algn="tl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8F310BE-5861-E73D-5979-D11A971516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00270" y="487680"/>
            <a:ext cx="6482080" cy="590296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254000" dist="50800" dir="2700000" algn="tl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A12F5E6-EC22-5E10-94FB-5E546A7B91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duotone>
              <a:prstClr val="black"/>
              <a:schemeClr val="accent1">
                <a:tint val="45000"/>
                <a:satMod val="400000"/>
              </a:schemeClr>
            </a:duotone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>
            <a:off x="495630" y="477518"/>
            <a:ext cx="6482079" cy="5913121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5997EA3E-49E5-518D-63DB-0BD43D3ACF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36952" y="477518"/>
            <a:ext cx="3829465" cy="2693887"/>
          </a:xfrm>
          <a:noFill/>
          <a:effectLst/>
        </p:spPr>
        <p:txBody>
          <a:bodyPr anchor="b"/>
          <a:lstStyle>
            <a:lvl1pPr algn="l">
              <a:defRPr sz="3600" spc="0" baseline="0">
                <a:solidFill>
                  <a:schemeClr val="accent1">
                    <a:lumMod val="50000"/>
                  </a:schemeClr>
                </a:solidFill>
                <a:effectLst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Table Placeholder 12">
            <a:extLst>
              <a:ext uri="{FF2B5EF4-FFF2-40B4-BE49-F238E27FC236}">
                <a16:creationId xmlns:a16="http://schemas.microsoft.com/office/drawing/2014/main" id="{14BBA88A-FAA8-CE13-2A76-BF8B014AE343}"/>
              </a:ext>
            </a:extLst>
          </p:cNvPr>
          <p:cNvSpPr>
            <a:spLocks noGrp="1"/>
          </p:cNvSpPr>
          <p:nvPr>
            <p:ph type="tbl" sz="quarter" idx="11"/>
          </p:nvPr>
        </p:nvSpPr>
        <p:spPr>
          <a:xfrm>
            <a:off x="952500" y="909638"/>
            <a:ext cx="5578475" cy="5038725"/>
          </a:xfrm>
        </p:spPr>
        <p:txBody>
          <a:bodyPr anchor="t"/>
          <a:lstStyle>
            <a:lvl1pPr marL="0" indent="0" algn="ctr">
              <a:buNone/>
              <a:defRPr/>
            </a:lvl1pPr>
          </a:lstStyle>
          <a:p>
            <a:r>
              <a:rPr lang="en-GB"/>
              <a:t>Click icon to add table</a:t>
            </a:r>
            <a:endParaRPr lang="en-US" dirty="0"/>
          </a:p>
        </p:txBody>
      </p:sp>
      <p:sp>
        <p:nvSpPr>
          <p:cNvPr id="5" name="Content Placeholder 9">
            <a:extLst>
              <a:ext uri="{FF2B5EF4-FFF2-40B4-BE49-F238E27FC236}">
                <a16:creationId xmlns:a16="http://schemas.microsoft.com/office/drawing/2014/main" id="{0E96890F-0832-5087-193F-70CF33DEE0A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8036953" y="3449781"/>
            <a:ext cx="3829465" cy="2940860"/>
          </a:xfrm>
          <a:effectLst/>
        </p:spPr>
        <p:txBody>
          <a:bodyPr anchor="t"/>
          <a:lstStyle>
            <a:lvl1pPr marL="285750" indent="-28575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1">
                  <a:lumMod val="50000"/>
                </a:schemeClr>
              </a:buClr>
              <a:buFont typeface="Arial" panose="020B0604020202020204" pitchFamily="34" charset="0"/>
              <a:buChar char="•"/>
              <a:defRPr>
                <a:solidFill>
                  <a:schemeClr val="accent1">
                    <a:lumMod val="50000"/>
                  </a:schemeClr>
                </a:solidFill>
              </a:defRPr>
            </a:lvl1pPr>
            <a:lvl2pPr marL="742950" indent="-285750">
              <a:lnSpc>
                <a:spcPct val="150000"/>
              </a:lnSpc>
              <a:spcAft>
                <a:spcPts val="0"/>
              </a:spcAft>
              <a:buClr>
                <a:schemeClr val="accent1">
                  <a:lumMod val="50000"/>
                </a:schemeClr>
              </a:buClr>
              <a:buFont typeface="Arial" panose="020B0604020202020204" pitchFamily="34" charset="0"/>
              <a:buChar char="•"/>
              <a:defRPr>
                <a:solidFill>
                  <a:schemeClr val="accent1">
                    <a:lumMod val="50000"/>
                  </a:schemeClr>
                </a:solidFill>
              </a:defRPr>
            </a:lvl2pPr>
            <a:lvl3pPr marL="1143000" indent="-228600">
              <a:lnSpc>
                <a:spcPct val="150000"/>
              </a:lnSpc>
              <a:spcAft>
                <a:spcPts val="0"/>
              </a:spcAft>
              <a:buClr>
                <a:schemeClr val="accent1">
                  <a:lumMod val="50000"/>
                </a:schemeClr>
              </a:buClr>
              <a:buFont typeface="Arial" panose="020B0604020202020204" pitchFamily="34" charset="0"/>
              <a:buChar char="•"/>
              <a:defRPr>
                <a:solidFill>
                  <a:schemeClr val="accent1">
                    <a:lumMod val="50000"/>
                  </a:schemeClr>
                </a:solidFill>
              </a:defRPr>
            </a:lvl3pPr>
            <a:lvl4pPr marL="1600200" indent="-228600">
              <a:lnSpc>
                <a:spcPct val="150000"/>
              </a:lnSpc>
              <a:spcAft>
                <a:spcPts val="0"/>
              </a:spcAft>
              <a:buClr>
                <a:schemeClr val="accent1">
                  <a:lumMod val="50000"/>
                </a:schemeClr>
              </a:buClr>
              <a:buFont typeface="Arial" panose="020B0604020202020204" pitchFamily="34" charset="0"/>
              <a:buChar char="•"/>
              <a:defRPr>
                <a:solidFill>
                  <a:schemeClr val="accent1">
                    <a:lumMod val="50000"/>
                  </a:schemeClr>
                </a:solidFill>
              </a:defRPr>
            </a:lvl4pPr>
            <a:lvl5pPr marL="2057400" indent="-228600">
              <a:lnSpc>
                <a:spcPct val="150000"/>
              </a:lnSpc>
              <a:spcAft>
                <a:spcPts val="0"/>
              </a:spcAft>
              <a:buClr>
                <a:schemeClr val="accent1">
                  <a:lumMod val="50000"/>
                </a:schemeClr>
              </a:buClr>
              <a:buFont typeface="Arial" panose="020B0604020202020204" pitchFamily="34" charset="0"/>
              <a:buChar char="•"/>
              <a:defRPr>
                <a:solidFill>
                  <a:schemeClr val="accent1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128186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able"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59176A3-24B8-086B-739F-2B3DCE8BE0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duotone>
              <a:prstClr val="black"/>
              <a:schemeClr val="accent1">
                <a:tint val="45000"/>
                <a:satMod val="400000"/>
              </a:schemeClr>
            </a:duotone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2666999" y="-2654300"/>
            <a:ext cx="6858000" cy="12166601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BA96EFAA-0851-646A-8758-C20243901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81000" y="422551"/>
            <a:ext cx="11424920" cy="6010146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254000" dist="50800" dir="2700000" algn="tl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5997EA3E-49E5-518D-63DB-0BD43D3ACF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8373" y="571501"/>
            <a:ext cx="11139054" cy="1028699"/>
          </a:xfrm>
          <a:effectLst/>
        </p:spPr>
        <p:txBody>
          <a:bodyPr anchor="ctr"/>
          <a:lstStyle>
            <a:lvl1pPr algn="ctr">
              <a:defRPr sz="3600" spc="0" baseline="0"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Table Placeholder 10">
            <a:extLst>
              <a:ext uri="{FF2B5EF4-FFF2-40B4-BE49-F238E27FC236}">
                <a16:creationId xmlns:a16="http://schemas.microsoft.com/office/drawing/2014/main" id="{E10735F5-6B7D-348D-AC70-8BC10CB5F70A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838200" y="1860550"/>
            <a:ext cx="10515600" cy="4198938"/>
          </a:xfrm>
        </p:spPr>
        <p:txBody>
          <a:bodyPr anchor="t"/>
          <a:lstStyle>
            <a:lvl1pPr marL="0" indent="0" algn="ctr">
              <a:buNone/>
              <a:defRPr/>
            </a:lvl1pPr>
          </a:lstStyle>
          <a:p>
            <a:r>
              <a:rPr lang="en-GB"/>
              <a:t>Click icon to add table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26347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2"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2FDAFCA1-BDD9-1108-8F95-E3FC1A7935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0800000">
            <a:off x="0" y="0"/>
            <a:ext cx="11532896" cy="6858000"/>
            <a:chOff x="659106" y="0"/>
            <a:chExt cx="11532896" cy="68580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E4BFDB24-6BE4-2FC0-F772-DC1DE926E485}"/>
                </a:ext>
              </a:extLst>
            </p:cNvPr>
            <p:cNvSpPr/>
            <p:nvPr/>
          </p:nvSpPr>
          <p:spPr>
            <a:xfrm>
              <a:off x="5995086" y="0"/>
              <a:ext cx="6196916" cy="6858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  <a:effectLst>
              <a:outerShdw blurRad="254000" dist="50800" dir="2700000" algn="tl" rotWithShape="0">
                <a:prstClr val="black">
                  <a:alpha val="25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/>
                <a:ea typeface="+mn-ea"/>
                <a:cs typeface="+mn-cs"/>
              </a:endParaRPr>
            </a:p>
          </p:txBody>
        </p:sp>
        <p:pic>
          <p:nvPicPr>
            <p:cNvPr id="4" name="Graphic 3">
              <a:extLst>
                <a:ext uri="{FF2B5EF4-FFF2-40B4-BE49-F238E27FC236}">
                  <a16:creationId xmlns:a16="http://schemas.microsoft.com/office/drawing/2014/main" id="{131EABEA-AB8A-5E4C-A6DD-8F32B70E90A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 l="-1353" t="-388" r="-1" b="-254"/>
            <a:stretch/>
          </p:blipFill>
          <p:spPr>
            <a:xfrm flipH="1">
              <a:off x="659106" y="1956391"/>
              <a:ext cx="4878094" cy="2780414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D2279AAC-0D81-D3CD-3F0F-E8CEE0F56D43}"/>
                </a:ext>
              </a:extLst>
            </p:cNvPr>
            <p:cNvSpPr/>
            <p:nvPr/>
          </p:nvSpPr>
          <p:spPr>
            <a:xfrm>
              <a:off x="1328303" y="776532"/>
              <a:ext cx="3434316" cy="5018212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/>
                <a:ea typeface="+mn-ea"/>
                <a:cs typeface="+mn-cs"/>
              </a:endParaRPr>
            </a:p>
          </p:txBody>
        </p:sp>
      </p:grpSp>
      <p:sp>
        <p:nvSpPr>
          <p:cNvPr id="9" name="Title 8">
            <a:extLst>
              <a:ext uri="{FF2B5EF4-FFF2-40B4-BE49-F238E27FC236}">
                <a16:creationId xmlns:a16="http://schemas.microsoft.com/office/drawing/2014/main" id="{5997EA3E-49E5-518D-63DB-0BD43D3ACF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7542" y="132080"/>
            <a:ext cx="4928894" cy="6507711"/>
          </a:xfrm>
          <a:noFill/>
          <a:effectLst/>
        </p:spPr>
        <p:txBody>
          <a:bodyPr anchor="ctr"/>
          <a:lstStyle>
            <a:lvl1pPr algn="ctr">
              <a:defRPr sz="3600" spc="0" baseline="0">
                <a:solidFill>
                  <a:schemeClr val="accent1">
                    <a:lumMod val="50000"/>
                  </a:schemeClr>
                </a:solidFill>
                <a:effectLst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E0720B2D-C199-57FA-9453-DBFB607BA98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29500" y="992188"/>
            <a:ext cx="3425825" cy="5018087"/>
          </a:xfrm>
        </p:spPr>
        <p:txBody>
          <a:bodyPr anchor="t"/>
          <a:lstStyle>
            <a:lvl1pPr marL="0" indent="0" algn="ctr">
              <a:buNone/>
              <a:defRPr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985865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lumns"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B11222B-29F6-BF2A-09DE-82F6596389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duotone>
              <a:prstClr val="black"/>
              <a:schemeClr val="accent1">
                <a:tint val="45000"/>
                <a:satMod val="400000"/>
              </a:schemeClr>
            </a:duotone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2666999" y="-2654300"/>
            <a:ext cx="6858000" cy="12166601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B035F993-EADB-1C5A-7158-41E510B706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81000" y="422551"/>
            <a:ext cx="11424920" cy="6010146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254000" dist="50800" dir="2700000" algn="tl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B12E34E-DBAF-BA5D-15D9-E69A055357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81000" y="1889759"/>
            <a:ext cx="11424920" cy="454293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  <a:effectLst>
            <a:outerShdw blurRad="254000" dist="50800" dir="2700000" algn="tl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5997EA3E-49E5-518D-63DB-0BD43D3ACF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9935" y="571499"/>
            <a:ext cx="11118274" cy="1154114"/>
          </a:xfrm>
          <a:noFill/>
          <a:effectLst/>
        </p:spPr>
        <p:txBody>
          <a:bodyPr anchor="ctr"/>
          <a:lstStyle>
            <a:lvl1pPr algn="ctr">
              <a:defRPr sz="3600" spc="0" baseline="0"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Content Placeholder 9">
            <a:extLst>
              <a:ext uri="{FF2B5EF4-FFF2-40B4-BE49-F238E27FC236}">
                <a16:creationId xmlns:a16="http://schemas.microsoft.com/office/drawing/2014/main" id="{0BF6A552-CE6A-3977-8507-74A1C4C4B5A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41667" y="2461056"/>
            <a:ext cx="3626424" cy="3721535"/>
          </a:xfrm>
          <a:effectLst/>
        </p:spPr>
        <p:txBody>
          <a:bodyPr anchor="t">
            <a:normAutofit/>
          </a:bodyPr>
          <a:lstStyle>
            <a:lvl1pPr marL="285750" indent="-285750">
              <a:lnSpc>
                <a:spcPct val="120000"/>
              </a:lnSpc>
              <a:spcBef>
                <a:spcPts val="600"/>
              </a:spcBef>
              <a:spcAft>
                <a:spcPts val="1200"/>
              </a:spcAft>
              <a:buClr>
                <a:schemeClr val="accent1">
                  <a:lumMod val="50000"/>
                </a:schemeClr>
              </a:buClr>
              <a:buFont typeface="Arial" panose="020B0604020202020204" pitchFamily="34" charset="0"/>
              <a:buChar char="•"/>
              <a:defRPr sz="1800">
                <a:solidFill>
                  <a:schemeClr val="accent1">
                    <a:lumMod val="50000"/>
                  </a:schemeClr>
                </a:solidFill>
              </a:defRPr>
            </a:lvl1pPr>
            <a:lvl2pPr marL="742950" indent="-285750">
              <a:lnSpc>
                <a:spcPct val="120000"/>
              </a:lnSpc>
              <a:spcAft>
                <a:spcPts val="1200"/>
              </a:spcAft>
              <a:buClr>
                <a:schemeClr val="accent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accent1">
                    <a:lumMod val="50000"/>
                  </a:schemeClr>
                </a:solidFill>
              </a:defRPr>
            </a:lvl2pPr>
            <a:lvl3pPr marL="1143000" indent="-228600">
              <a:lnSpc>
                <a:spcPct val="120000"/>
              </a:lnSpc>
              <a:spcAft>
                <a:spcPts val="1200"/>
              </a:spcAft>
              <a:buClr>
                <a:schemeClr val="accent1">
                  <a:lumMod val="50000"/>
                </a:schemeClr>
              </a:buClr>
              <a:buFont typeface="Arial" panose="020B0604020202020204" pitchFamily="34" charset="0"/>
              <a:buChar char="•"/>
              <a:defRPr sz="1400">
                <a:solidFill>
                  <a:schemeClr val="accent1">
                    <a:lumMod val="50000"/>
                  </a:schemeClr>
                </a:solidFill>
              </a:defRPr>
            </a:lvl3pPr>
            <a:lvl4pPr marL="1600200" indent="-228600">
              <a:lnSpc>
                <a:spcPct val="120000"/>
              </a:lnSpc>
              <a:spcAft>
                <a:spcPts val="1200"/>
              </a:spcAft>
              <a:buClr>
                <a:schemeClr val="accent1">
                  <a:lumMod val="50000"/>
                </a:schemeClr>
              </a:buClr>
              <a:buFont typeface="Arial" panose="020B0604020202020204" pitchFamily="34" charset="0"/>
              <a:buChar char="•"/>
              <a:defRPr sz="1200">
                <a:solidFill>
                  <a:schemeClr val="accent1">
                    <a:lumMod val="50000"/>
                  </a:schemeClr>
                </a:solidFill>
              </a:defRPr>
            </a:lvl4pPr>
            <a:lvl5pPr marL="2057400" indent="-228600">
              <a:lnSpc>
                <a:spcPct val="120000"/>
              </a:lnSpc>
              <a:spcAft>
                <a:spcPts val="1200"/>
              </a:spcAft>
              <a:buClr>
                <a:schemeClr val="accent1">
                  <a:lumMod val="50000"/>
                </a:schemeClr>
              </a:buClr>
              <a:buFont typeface="Arial" panose="020B0604020202020204" pitchFamily="34" charset="0"/>
              <a:buChar char="•"/>
              <a:defRPr sz="1200">
                <a:solidFill>
                  <a:schemeClr val="accent1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ontent Placeholder 9">
            <a:extLst>
              <a:ext uri="{FF2B5EF4-FFF2-40B4-BE49-F238E27FC236}">
                <a16:creationId xmlns:a16="http://schemas.microsoft.com/office/drawing/2014/main" id="{4C80689F-A123-F6D7-2AA8-9166317EF424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95282" y="2440275"/>
            <a:ext cx="5164553" cy="3721534"/>
          </a:xfrm>
          <a:effectLst/>
        </p:spPr>
        <p:txBody>
          <a:bodyPr anchor="t">
            <a:normAutofit/>
          </a:bodyPr>
          <a:lstStyle>
            <a:lvl1pPr marL="342900" indent="-34290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Clr>
                <a:schemeClr val="accent1">
                  <a:lumMod val="50000"/>
                </a:schemeClr>
              </a:buClr>
              <a:buFont typeface="+mj-lt"/>
              <a:buAutoNum type="arabicPeriod"/>
              <a:defRPr sz="1800" b="1">
                <a:solidFill>
                  <a:schemeClr val="accent1">
                    <a:lumMod val="50000"/>
                  </a:schemeClr>
                </a:solidFill>
              </a:defRPr>
            </a:lvl1pPr>
            <a:lvl2pPr marL="347472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accent1">
                  <a:lumMod val="50000"/>
                </a:schemeClr>
              </a:buClr>
              <a:buNone/>
              <a:defRPr sz="1800">
                <a:solidFill>
                  <a:schemeClr val="accent1">
                    <a:lumMod val="50000"/>
                  </a:schemeClr>
                </a:solidFill>
              </a:defRPr>
            </a:lvl2pPr>
            <a:lvl3pPr marL="914400" indent="0">
              <a:lnSpc>
                <a:spcPct val="120000"/>
              </a:lnSpc>
              <a:spcAft>
                <a:spcPts val="600"/>
              </a:spcAft>
              <a:buClr>
                <a:schemeClr val="accent1">
                  <a:lumMod val="50000"/>
                </a:schemeClr>
              </a:buClr>
              <a:buNone/>
              <a:defRPr sz="1800">
                <a:solidFill>
                  <a:schemeClr val="accent1">
                    <a:lumMod val="50000"/>
                  </a:schemeClr>
                </a:solidFill>
              </a:defRPr>
            </a:lvl3pPr>
            <a:lvl4pPr marL="1371600" indent="0">
              <a:lnSpc>
                <a:spcPct val="120000"/>
              </a:lnSpc>
              <a:spcAft>
                <a:spcPts val="600"/>
              </a:spcAft>
              <a:buClr>
                <a:schemeClr val="accent1">
                  <a:lumMod val="50000"/>
                </a:schemeClr>
              </a:buClr>
              <a:buNone/>
              <a:defRPr sz="1800">
                <a:solidFill>
                  <a:schemeClr val="accent1">
                    <a:lumMod val="50000"/>
                  </a:schemeClr>
                </a:solidFill>
              </a:defRPr>
            </a:lvl4pPr>
            <a:lvl5pPr marL="1828800" indent="0">
              <a:lnSpc>
                <a:spcPct val="120000"/>
              </a:lnSpc>
              <a:spcAft>
                <a:spcPts val="600"/>
              </a:spcAft>
              <a:buClr>
                <a:schemeClr val="accent1">
                  <a:lumMod val="50000"/>
                </a:schemeClr>
              </a:buClr>
              <a:buNone/>
              <a:defRPr sz="1800">
                <a:solidFill>
                  <a:schemeClr val="accent1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1820218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"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AF4DCF8-BA15-AB79-2D14-040F5A063B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35935" y="414670"/>
            <a:ext cx="11320130" cy="6018027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254000" dist="50800" dir="2700000" algn="tl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ED22DD7-291D-E347-8A4C-07E31E6813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duotone>
              <a:prstClr val="black"/>
              <a:schemeClr val="accent1">
                <a:tint val="45000"/>
                <a:satMod val="400000"/>
              </a:schemeClr>
            </a:duotone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3092299" y="-2231063"/>
            <a:ext cx="6007395" cy="11320129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5997EA3E-49E5-518D-63DB-0BD43D3ACF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0660" y="1017858"/>
            <a:ext cx="10650681" cy="2719255"/>
          </a:xfrm>
          <a:noFill/>
          <a:effectLst/>
        </p:spPr>
        <p:txBody>
          <a:bodyPr anchor="b"/>
          <a:lstStyle>
            <a:lvl1pPr algn="ctr">
              <a:defRPr sz="7200" spc="-300" baseline="0">
                <a:solidFill>
                  <a:schemeClr val="accent4">
                    <a:lumMod val="60000"/>
                    <a:lumOff val="40000"/>
                  </a:schemeClr>
                </a:solidFill>
                <a:effectLst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D0FE23B-34E3-BAAF-E01D-BE221B4A94E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70660" y="4042066"/>
            <a:ext cx="10650681" cy="2296843"/>
          </a:xfrm>
          <a:effectLst/>
        </p:spPr>
        <p:txBody>
          <a:bodyPr anchor="t"/>
          <a:lstStyle>
            <a:lvl1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32725080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effectLst/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2184401"/>
            <a:ext cx="10563285" cy="367439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86F7BD38-A805-4B2C-9BDF-D56E94387879}" type="datetime1">
              <a:rPr lang="en-US" smtClean="0"/>
              <a:t>5/7/2026</a:t>
            </a:fld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</p:spPr>
        <p:txBody>
          <a:bodyPr vert="horz" lIns="91440" tIns="45720" rIns="91440" bIns="10800" rtlCol="0" anchor="b"/>
          <a:lstStyle>
            <a:lvl1pPr algn="r">
              <a:defRPr sz="2000">
                <a:solidFill>
                  <a:schemeClr val="tx1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86" r:id="rId1"/>
    <p:sldLayoutId id="2147483668" r:id="rId2"/>
    <p:sldLayoutId id="2147483669" r:id="rId3"/>
    <p:sldLayoutId id="2147483684" r:id="rId4"/>
    <p:sldLayoutId id="2147483672" r:id="rId5"/>
    <p:sldLayoutId id="2147483687" r:id="rId6"/>
    <p:sldLayoutId id="2147483671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85" r:id="rId14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000" b="1" kern="1200" baseline="0">
          <a:ln>
            <a:noFill/>
          </a:ln>
          <a:solidFill>
            <a:srgbClr val="FEFEFE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4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6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762A4-2E4B-23FB-9F8B-D54C0F90A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0001" y="3112770"/>
            <a:ext cx="10571998" cy="2235759"/>
          </a:xfrm>
        </p:spPr>
        <p:txBody>
          <a:bodyPr/>
          <a:lstStyle/>
          <a:p>
            <a:r>
              <a:rPr lang="en-GB" sz="4400" dirty="0">
                <a:solidFill>
                  <a:srgbClr val="CFA6FC"/>
                </a:solidFill>
              </a:rPr>
              <a:t>The neural correlates of shared and individual experience- Coppola et al. (2026)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C3FDE52-802B-6858-DF38-9AAFE6B9A0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658" y="443768"/>
            <a:ext cx="1519542" cy="1744917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88B8D62C-C08E-9BD8-222D-DF437CD8783A}"/>
              </a:ext>
            </a:extLst>
          </p:cNvPr>
          <p:cNvSpPr txBox="1">
            <a:spLocks/>
          </p:cNvSpPr>
          <p:nvPr/>
        </p:nvSpPr>
        <p:spPr>
          <a:xfrm>
            <a:off x="1366157" y="1111690"/>
            <a:ext cx="9459686" cy="1515661"/>
          </a:xfrm>
          <a:prstGeom prst="rect">
            <a:avLst/>
          </a:prstGeom>
          <a:ln>
            <a:noFill/>
          </a:ln>
          <a:effectLst/>
        </p:spPr>
        <p:txBody>
          <a:bodyPr vert="horz" lIns="91440" tIns="45720" rIns="91440" bIns="45720" rtlCol="0" anchor="b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7200" b="1" kern="1200" spc="-300" baseline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GB" sz="4400" i="1" u="sng" dirty="0">
                <a:solidFill>
                  <a:srgbClr val="CFA6FC"/>
                </a:solidFill>
              </a:rPr>
              <a:t>Cognitive Research Article Society Journal Event</a:t>
            </a:r>
            <a:endParaRPr lang="en-US" sz="4400" u="sng" dirty="0">
              <a:solidFill>
                <a:srgbClr val="CFA6FC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59AB5B1-F219-EFE0-6A63-5FB371F70F3F}"/>
              </a:ext>
            </a:extLst>
          </p:cNvPr>
          <p:cNvSpPr txBox="1">
            <a:spLocks/>
          </p:cNvSpPr>
          <p:nvPr/>
        </p:nvSpPr>
        <p:spPr>
          <a:xfrm>
            <a:off x="7043057" y="0"/>
            <a:ext cx="5301342" cy="553826"/>
          </a:xfrm>
          <a:prstGeom prst="rect">
            <a:avLst/>
          </a:prstGeom>
          <a:ln>
            <a:noFill/>
          </a:ln>
          <a:effectLst/>
        </p:spPr>
        <p:txBody>
          <a:bodyPr vert="horz" lIns="91440" tIns="45720" rIns="91440" bIns="45720" rtlCol="0" anchor="b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7200" b="1" kern="1200" spc="-300" baseline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GB" sz="2800" b="0" dirty="0">
                <a:solidFill>
                  <a:srgbClr val="CFA6FC"/>
                </a:solidFill>
              </a:rPr>
              <a:t>23/04/2026 Fulton 102 17:00</a:t>
            </a:r>
            <a:endParaRPr lang="en-US" sz="2800" b="0" dirty="0">
              <a:solidFill>
                <a:srgbClr val="CFA6F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18358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FA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8CF8F5-609D-E31E-6659-2E3CE63097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9999" y="1707565"/>
            <a:ext cx="10571998" cy="1928264"/>
          </a:xfrm>
        </p:spPr>
        <p:txBody>
          <a:bodyPr/>
          <a:lstStyle/>
          <a:p>
            <a:pPr lvl="0"/>
            <a:r>
              <a:rPr lang="en-US" dirty="0">
                <a:solidFill>
                  <a:srgbClr val="CFA6FC"/>
                </a:solidFill>
              </a:rPr>
              <a:t>1. </a:t>
            </a:r>
            <a:r>
              <a:rPr lang="en-GB" dirty="0">
                <a:solidFill>
                  <a:srgbClr val="CFA6FC"/>
                </a:solidFill>
              </a:rPr>
              <a:t>Understanding refresher</a:t>
            </a:r>
            <a:endParaRPr lang="en-US" noProof="0" dirty="0">
              <a:solidFill>
                <a:srgbClr val="CFA6FC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9F16AEF-ABBB-D2DD-A297-5819AEB9AF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09999" y="3918857"/>
            <a:ext cx="10572000" cy="2217484"/>
          </a:xfrm>
        </p:spPr>
        <p:txBody>
          <a:bodyPr>
            <a:normAutofit/>
          </a:bodyPr>
          <a:lstStyle/>
          <a:p>
            <a:r>
              <a:rPr lang="en-GB" dirty="0">
                <a:solidFill>
                  <a:srgbClr val="CFA6FC"/>
                </a:solidFill>
              </a:rPr>
              <a:t>fMRI</a:t>
            </a:r>
          </a:p>
          <a:p>
            <a:r>
              <a:rPr lang="en-GB" dirty="0">
                <a:solidFill>
                  <a:srgbClr val="CFA6FC"/>
                </a:solidFill>
              </a:rPr>
              <a:t>- Time-by-time similarity matrix (TTM)</a:t>
            </a:r>
          </a:p>
          <a:p>
            <a:r>
              <a:rPr lang="en-GB" dirty="0">
                <a:solidFill>
                  <a:srgbClr val="CFA6FC"/>
                </a:solidFill>
              </a:rPr>
              <a:t>- Instantaneous Phase Synchrony (IPS)</a:t>
            </a:r>
          </a:p>
          <a:p>
            <a:r>
              <a:rPr lang="en-GB" dirty="0">
                <a:solidFill>
                  <a:srgbClr val="CFA6FC"/>
                </a:solidFill>
              </a:rPr>
              <a:t>- Networks suggested to be relevant to conscious experience in the study and support individual + shared experience: default mode network (DNM), dorsal attention network (DAN) and auditory networks (AUD)</a:t>
            </a:r>
          </a:p>
          <a:p>
            <a:pPr lvl="0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1739363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FA6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D656F7-54D4-3710-B1C5-EB62BEA104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2732F-2705-77B9-73EE-1AD70082C9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0001" y="2464868"/>
            <a:ext cx="10571998" cy="1928264"/>
          </a:xfrm>
        </p:spPr>
        <p:txBody>
          <a:bodyPr/>
          <a:lstStyle/>
          <a:p>
            <a:pPr lvl="0"/>
            <a:r>
              <a:rPr lang="en-GB" dirty="0">
                <a:solidFill>
                  <a:srgbClr val="CFA6FC"/>
                </a:solidFill>
              </a:rPr>
              <a:t>2. How is ‘consciousness’ defined here, and does this differ from other definitions you’ve encountered? How does this affect comparisons across consciousness research?</a:t>
            </a:r>
            <a:endParaRPr lang="en-US" noProof="0" dirty="0">
              <a:solidFill>
                <a:srgbClr val="CFA6FC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D4B3D4-966D-23ED-9D7B-C2E9F82303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09999" y="4140417"/>
            <a:ext cx="10572000" cy="896468"/>
          </a:xfrm>
        </p:spPr>
        <p:txBody>
          <a:bodyPr/>
          <a:lstStyle/>
          <a:p>
            <a:pPr lvl="0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4682150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FA6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B21452-F887-CAEC-61A9-07F382737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E0ADF1-FA2E-CDA5-EC8A-9BD0E4E1E5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0002" y="2464868"/>
            <a:ext cx="10571998" cy="1928264"/>
          </a:xfrm>
        </p:spPr>
        <p:txBody>
          <a:bodyPr/>
          <a:lstStyle/>
          <a:p>
            <a:pPr lvl="0"/>
            <a:r>
              <a:rPr lang="en-GB" dirty="0">
                <a:solidFill>
                  <a:srgbClr val="CFA6FC"/>
                </a:solidFill>
              </a:rPr>
              <a:t>3. How do the authors create a distinction between shared and individual consciousness, and what do you think of this?</a:t>
            </a:r>
            <a:endParaRPr lang="en-US" noProof="0" dirty="0">
              <a:solidFill>
                <a:srgbClr val="CFA6FC"/>
              </a:solidFill>
            </a:endParaRP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30182F91-3F4A-9B57-9266-DBC29482F75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646526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FA6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DEBCD4-176E-C032-D050-D0F269B227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A620C0-A798-0752-DAD7-F5AD14243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0001" y="1871693"/>
            <a:ext cx="10571998" cy="1928264"/>
          </a:xfrm>
        </p:spPr>
        <p:txBody>
          <a:bodyPr/>
          <a:lstStyle/>
          <a:p>
            <a:r>
              <a:rPr lang="en-GB" dirty="0">
                <a:solidFill>
                  <a:srgbClr val="CFA6FC"/>
                </a:solidFill>
              </a:rPr>
              <a:t>4. Discuss the limitations of the paper, and suggest ways these could have been overcome</a:t>
            </a:r>
            <a:endParaRPr lang="en-US" noProof="0" dirty="0">
              <a:solidFill>
                <a:srgbClr val="CFA6FC"/>
              </a:solidFill>
            </a:endParaRP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12AA3657-6A32-46F1-51FA-3B02897A79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09999" y="4597617"/>
            <a:ext cx="10572000" cy="896468"/>
          </a:xfrm>
        </p:spPr>
        <p:txBody>
          <a:bodyPr/>
          <a:lstStyle/>
          <a:p>
            <a:r>
              <a:rPr lang="en-GB" dirty="0">
                <a:solidFill>
                  <a:srgbClr val="CFA6FC"/>
                </a:solidFill>
              </a:rPr>
              <a:t>- When suggesting alternative approaches, we can discuss how and to what extent that this would have impacted findings- evaluate trade-offs.</a:t>
            </a:r>
          </a:p>
        </p:txBody>
      </p:sp>
    </p:spTree>
    <p:extLst>
      <p:ext uri="{BB962C8B-B14F-4D97-AF65-F5344CB8AC3E}">
        <p14:creationId xmlns:p14="http://schemas.microsoft.com/office/powerpoint/2010/main" val="38715793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FA6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43AF76F-4997-6CF0-1EDF-C0D9C3E57D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D44E93-E1CD-2854-426E-9291A4128B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0001" y="1871693"/>
            <a:ext cx="10571998" cy="1928264"/>
          </a:xfrm>
        </p:spPr>
        <p:txBody>
          <a:bodyPr/>
          <a:lstStyle/>
          <a:p>
            <a:pPr lvl="0"/>
            <a:r>
              <a:rPr lang="en-GB" dirty="0">
                <a:solidFill>
                  <a:srgbClr val="CFA6FC"/>
                </a:solidFill>
              </a:rPr>
              <a:t>5. What strengths does this paper have? How does this improve the quality of the study?</a:t>
            </a:r>
            <a:endParaRPr lang="en-US" noProof="0" dirty="0">
              <a:solidFill>
                <a:srgbClr val="CFA6FC"/>
              </a:solidFill>
            </a:endParaRP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6EEC2A24-86E2-2EE5-0A05-FFDD546A38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0000" y="3922702"/>
            <a:ext cx="10572000" cy="896468"/>
          </a:xfrm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905309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Quotable">
  <a:themeElements>
    <a:clrScheme name="Quotable">
      <a:dk1>
        <a:sysClr val="windowText" lastClr="000000"/>
      </a:dk1>
      <a:lt1>
        <a:sysClr val="window" lastClr="FFFFFF"/>
      </a:lt1>
      <a:dk2>
        <a:srgbClr val="212121"/>
      </a:dk2>
      <a:lt2>
        <a:srgbClr val="636363"/>
      </a:lt2>
      <a:accent1>
        <a:srgbClr val="00C6BB"/>
      </a:accent1>
      <a:accent2>
        <a:srgbClr val="6FEBA0"/>
      </a:accent2>
      <a:accent3>
        <a:srgbClr val="B6DF5E"/>
      </a:accent3>
      <a:accent4>
        <a:srgbClr val="EFB251"/>
      </a:accent4>
      <a:accent5>
        <a:srgbClr val="EF755F"/>
      </a:accent5>
      <a:accent6>
        <a:srgbClr val="ED515C"/>
      </a:accent6>
      <a:hlink>
        <a:srgbClr val="8F8F8F"/>
      </a:hlink>
      <a:folHlink>
        <a:srgbClr val="A5A5A5"/>
      </a:folHlink>
    </a:clrScheme>
    <a:fontScheme name="Quotabl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Quotabl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lumMod val="105000"/>
              </a:schemeClr>
            </a:gs>
            <a:gs pos="100000">
              <a:schemeClr val="phClr">
                <a:tint val="9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8000"/>
                <a:lumMod val="102000"/>
              </a:schemeClr>
              <a:schemeClr val="phClr">
                <a:shade val="98000"/>
                <a:lumMod val="98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innerShdw blurRad="63500" dist="25400" dir="13500000">
              <a:srgbClr val="000000">
                <a:alpha val="75000"/>
              </a:srgbClr>
            </a:inn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</a:schemeClr>
            </a:gs>
            <a:gs pos="100000">
              <a:schemeClr val="phClr">
                <a:tint val="84000"/>
                <a:shade val="84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90000"/>
                <a:satMod val="120000"/>
                <a:lumMod val="90000"/>
              </a:schemeClr>
            </a:gs>
            <a:gs pos="100000">
              <a:schemeClr val="phClr"/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11381587_Win32_SL_v6" id="{5005B820-A0B7-49EA-8569-DCF0CD2DBB9D}" vid="{2E48C80D-E25D-44C4-BCFD-F1465E9B612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4ACCF44-01D5-4C40-9EAC-D3C3683409FE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272B3831-C4F2-498C-8E5F-F8D6F905483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F29F0C84-2C14-4FB8-88C2-9577181F2CC2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{5D1D1974-3FB9-43C1-AFA2-5D8AD1C4E518}TF4e23ad37-c1a6-42e6-a6ec-6518d97eca9ec3cad5d6_win32-e4fb00466b0d</Template>
  <TotalTime>14</TotalTime>
  <Words>198</Words>
  <Application>Microsoft Office PowerPoint</Application>
  <PresentationFormat>Widescreen</PresentationFormat>
  <Paragraphs>19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Aptos</vt:lpstr>
      <vt:lpstr>Arial</vt:lpstr>
      <vt:lpstr>Calibri</vt:lpstr>
      <vt:lpstr>Century Gothic</vt:lpstr>
      <vt:lpstr>Wingdings 2</vt:lpstr>
      <vt:lpstr>Quotable</vt:lpstr>
      <vt:lpstr>The neural correlates of shared and individual experience- Coppola et al. (2026)</vt:lpstr>
      <vt:lpstr>1. Understanding refresher</vt:lpstr>
      <vt:lpstr>2. How is ‘consciousness’ defined here, and does this differ from other definitions you’ve encountered? How does this affect comparisons across consciousness research?</vt:lpstr>
      <vt:lpstr>3. How do the authors create a distinction between shared and individual consciousness, and what do you think of this?</vt:lpstr>
      <vt:lpstr>4. Discuss the limitations of the paper, and suggest ways these could have been overcome</vt:lpstr>
      <vt:lpstr>5. What strengths does this paper have? How does this improve the quality of the study?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Roisin Sharma</dc:creator>
  <cp:lastModifiedBy>Roisin Sharma</cp:lastModifiedBy>
  <cp:revision>2</cp:revision>
  <dcterms:created xsi:type="dcterms:W3CDTF">2026-04-23T14:32:11Z</dcterms:created>
  <dcterms:modified xsi:type="dcterms:W3CDTF">2026-05-07T15:22:19Z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